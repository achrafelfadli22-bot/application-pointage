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468880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-365760"/>
            <a:ext cx="1645920" cy="1645920"/>
          </a:xfrm>
          <a:prstGeom prst="ellipse">
            <a:avLst/>
          </a:prstGeom>
          <a:solidFill>
            <a:srgbClr val="F18F01">
              <a:alpha val="20000"/>
            </a:srgbClr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3200400"/>
            <a:ext cx="1828800" cy="1828800"/>
          </a:xfrm>
          <a:prstGeom prst="ellipse">
            <a:avLst/>
          </a:prstGeom>
          <a:solidFill>
            <a:srgbClr val="2E86AB">
              <a:alpha val="1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772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Pointage360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digitale de gestion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temps et presences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entreprises du BTP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3383280"/>
            <a:ext cx="1280160" cy="73152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35478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Futura Expertise  | 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1097280"/>
            <a:ext cx="2103120" cy="2926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16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Timesheets</a:t>
            </a:r>
            <a:endParaRPr lang="en-US" sz="16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</a:t>
            </a:r>
            <a:endParaRPr lang="en-US" sz="16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defi quotidien des entreprises BTP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1828800" cy="6400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283464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834640" cy="50292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Feuilles papier &amp; Excel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30352" y="1847088"/>
            <a:ext cx="251460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Pointage manuel, erreurs de saisie, pertes de donnees. Impossible de suivre en temps reel qui est sur quel chantier.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37560" y="1234440"/>
            <a:ext cx="283464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234440"/>
            <a:ext cx="2834640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261872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Litiges &amp; erreurs de paie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02152" y="1847088"/>
            <a:ext cx="251460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Contestations des heures, absences mal enregistrees, calculs de paie incorrects : des conflits qui coutent cher.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1234440"/>
            <a:ext cx="283464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234440"/>
            <a:ext cx="283464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261872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Conformite legale risquee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73952" y="1847088"/>
            <a:ext cx="251460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Difficulte a prouver le respect du temps de travail lors d'un controle. Exposition aux redressements URSSAF.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4425696"/>
            <a:ext cx="8412480" cy="502920"/>
          </a:xfrm>
          <a:prstGeom prst="rect">
            <a:avLst/>
          </a:prstGeom>
          <a:solidFill>
            <a:srgbClr val="1B3A5C">
              <a:alpha val="12000"/>
            </a:srgbClr>
          </a:solidFill>
          <a:ln w="6350">
            <a:solidFill>
              <a:srgbClr val="E2EA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4622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chefs de chantier passent en moyenne 3 a 5 heures par semaine sur des taches administratives de pointage.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E86AB">
              <a:alpha val="3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1097280"/>
            <a:ext cx="2286000" cy="2286000"/>
          </a:xfrm>
          <a:prstGeom prst="ellipse">
            <a:avLst/>
          </a:prstGeom>
          <a:solidFill>
            <a:srgbClr val="F18F01">
              <a:alpha val="20000"/>
            </a:srgbClr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Pointage360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286000" cy="6400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SaaS tout-en-un qui digitalise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pointage, les timesheets et les conges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vos equipes sur chantier.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3749040"/>
            <a:ext cx="1920240" cy="100584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7947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3749040"/>
            <a:ext cx="1920240" cy="1005840"/>
          </a:xfrm>
          <a:prstGeom prst="rect">
            <a:avLst/>
          </a:prstGeom>
          <a:solidFill>
            <a:srgbClr val="F18F0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37947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3749040"/>
            <a:ext cx="1920240" cy="100584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37947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12280" y="3749040"/>
            <a:ext cx="1920240" cy="10058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37947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/ Paie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Pointage GPS sur chantier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2560320" cy="6400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3931920" cy="3657600"/>
          </a:xfrm>
          <a:prstGeom prst="ellipse">
            <a:avLst/>
          </a:prstGeom>
          <a:solidFill>
            <a:srgbClr val="1B3A5C">
              <a:alpha val="8000"/>
            </a:srgbClr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1874520"/>
            <a:ext cx="1737360" cy="1737360"/>
          </a:xfrm>
          <a:prstGeom prst="ellipse">
            <a:avLst/>
          </a:prstGeom>
          <a:solidFill>
            <a:srgbClr val="2E86AB">
              <a:alpha val="2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2240280"/>
            <a:ext cx="1005840" cy="100584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2423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2880360"/>
            <a:ext cx="640080" cy="41148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663440" y="123444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34440"/>
            <a:ext cx="54864" cy="822960"/>
          </a:xfrm>
          <a:prstGeom prst="rect">
            <a:avLst/>
          </a:prstGeom>
          <a:solidFill>
            <a:srgbClr val="F18F01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893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automatique de la presence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00600" y="15636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L'employe pointe via smartphone. Le systeme verifie qu'il est bien dans le perimetre du chantier (rayon GPS configurable).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167128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167128"/>
            <a:ext cx="54864" cy="822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221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des anomalies GPS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00600" y="24963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automatiques si le pointage est effectue hors zone. Tracabilite complete pour les audits.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099816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099816"/>
            <a:ext cx="54864" cy="822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154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Check-out instantane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00600" y="3429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Entree et sortie enregistrees en un clic avec horodatage et coordonnees GPS archivees.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4032504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4032504"/>
            <a:ext cx="54864" cy="822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40873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validation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00600" y="43616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manager approuve ou rejette les pointages directement depuis son tableau de bord.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Timesheets &amp; Workflow de validation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3200400" cy="6400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874520" cy="137160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618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Employe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691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Saisit ses heures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tache et chantier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66420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68880" y="1188720"/>
            <a:ext cx="1874520" cy="137160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2618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Soumission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560320" y="1691640"/>
            <a:ext cx="1691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 envoye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166420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1874520" cy="1371600"/>
          </a:xfrm>
          <a:prstGeom prst="rect">
            <a:avLst/>
          </a:prstGeom>
          <a:solidFill>
            <a:srgbClr val="F18F0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2618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Manager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63440" y="1691640"/>
            <a:ext cx="1691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Approuve ou rejette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commentaire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166420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75120" y="1188720"/>
            <a:ext cx="1874520" cy="137160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2618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RH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766560" y="1691640"/>
            <a:ext cx="1691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et exporte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paie (Excel)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834640"/>
            <a:ext cx="27889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34640"/>
            <a:ext cx="64008" cy="21031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92608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BILLABLE / NON-BILLABLE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30352" y="3328416"/>
            <a:ext cx="253288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Distinguez les heures facturables clients des heures internes. Pilotez votre rentabilite par chantier.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46120" y="2834640"/>
            <a:ext cx="27889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834640"/>
            <a:ext cx="64008" cy="21031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292608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&amp; tracabilite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410712" y="3328416"/>
            <a:ext cx="253288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modification est horodatee et archivee. Audit trail complet pour repondre aux controles.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26480" y="2834640"/>
            <a:ext cx="27889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2834640"/>
            <a:ext cx="64008" cy="21031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292608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paie en 1 clic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291072" y="3328416"/>
            <a:ext cx="253288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automatique des fichiers Excel prets a integrer dans votre logiciel de paie.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conges &amp; absences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2286000" cy="6400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2788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278892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252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conges configures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82880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78308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 payes annuels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0352" y="233172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28600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0352" y="283464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78892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 maladie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0352" y="333756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29184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 sans solde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0352" y="384048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79476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Personnalisables par entreprise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46120" y="1170432"/>
            <a:ext cx="2788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170432"/>
            <a:ext cx="2788920" cy="4754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12252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Soldes en temps reel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410712" y="1828800"/>
            <a:ext cx="164592" cy="16459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48456" y="178308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disponible en direct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410712" y="2331720"/>
            <a:ext cx="164592" cy="16459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48456" y="228600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en attente d'approbation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410712" y="2834640"/>
            <a:ext cx="164592" cy="16459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48456" y="278892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par annee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410712" y="3337560"/>
            <a:ext cx="164592" cy="16459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48456" y="329184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Demi-journees acceptees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10712" y="3840480"/>
            <a:ext cx="164592" cy="16459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48456" y="379476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feries par pays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26480" y="1170432"/>
            <a:ext cx="2788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1170432"/>
            <a:ext cx="2788920" cy="47548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36208" y="12252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simplifie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291072" y="1828800"/>
            <a:ext cx="164592" cy="164592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28816" y="178308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en ligne + piece jointe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91072" y="2331720"/>
            <a:ext cx="164592" cy="164592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28816" y="228600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manager instantanee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91072" y="2834640"/>
            <a:ext cx="164592" cy="164592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28816" y="278892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Approbation 1 clic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91072" y="3337560"/>
            <a:ext cx="164592" cy="164592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28816" y="329184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 notifie en temps reel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91072" y="3840480"/>
            <a:ext cx="164592" cy="164592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28816" y="379476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Archivage automatique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Pilotez tous vos chantiers depuis un seul endroit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3657600" cy="6400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114800" cy="356616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98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1664208" cy="749808"/>
          </a:xfrm>
          <a:prstGeom prst="rect">
            <a:avLst/>
          </a:prstGeom>
          <a:solidFill>
            <a:srgbClr val="2E86AB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6479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2128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Chantiers actifs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1720" y="1719072"/>
            <a:ext cx="1664208" cy="749808"/>
          </a:xfrm>
          <a:prstGeom prst="rect">
            <a:avLst/>
          </a:prstGeom>
          <a:solidFill>
            <a:srgbClr val="16A34A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31720" y="176479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77440" y="22128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Employes pointes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624328"/>
            <a:ext cx="1664208" cy="749808"/>
          </a:xfrm>
          <a:prstGeom prst="rect">
            <a:avLst/>
          </a:prstGeom>
          <a:solidFill>
            <a:srgbClr val="F18F01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670048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" y="311810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presence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331720" y="2624328"/>
            <a:ext cx="1664208" cy="749808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331720" y="2670048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77440" y="311810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 en attente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520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/ chantier cette semaine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0352" y="4069080"/>
            <a:ext cx="347472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4984" y="3749040"/>
            <a:ext cx="347472" cy="822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99616" y="4224528"/>
            <a:ext cx="347472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84248" y="3931920"/>
            <a:ext cx="347472" cy="6400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68880" y="4114800"/>
            <a:ext cx="347472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53512" y="3703320"/>
            <a:ext cx="347472" cy="8686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38144" y="4160520"/>
            <a:ext cx="347472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18872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1188720"/>
            <a:ext cx="64008" cy="822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1280160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en temps reel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919472" y="168249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Visualisez qui est present sur chaque chantier, a n'importe quel moment.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54880" y="2121408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121408"/>
            <a:ext cx="64008" cy="82296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2212848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Multi-chantiers illimites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919472" y="2615184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Gerez des dizaines de chantiers simultanement. Affectez des employes a plusieurs sites.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754880" y="3054096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054096"/>
            <a:ext cx="64008" cy="822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145536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droits par profil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919472" y="3547872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chantier, RH, manager, employe : chacun voit uniquement ce qui le concerne.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754880" y="3986784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986784"/>
            <a:ext cx="64008" cy="82296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4078224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&amp; notifications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919472" y="448056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sur les anomalies GPS, timesheets en retard ou conges urgents.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2E86AB">
              <a:alpha val="18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731520"/>
            <a:ext cx="2286000" cy="2286000"/>
          </a:xfrm>
          <a:prstGeom prst="ellipse">
            <a:avLst/>
          </a:prstGeom>
          <a:solidFill>
            <a:srgbClr val="F18F01">
              <a:alpha val="15000"/>
            </a:srgbClr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Pointage360 vous apporte concretement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828800" cy="6400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2606040" cy="1417320"/>
          </a:xfrm>
          <a:prstGeom prst="rect">
            <a:avLst/>
          </a:prstGeom>
          <a:solidFill>
            <a:srgbClr val="1D5FA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801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06654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administratif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pointage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4408" y="1188720"/>
            <a:ext cx="2606040" cy="141732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64408" y="12801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55848" y="206654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de saisie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71616" y="1188720"/>
            <a:ext cx="2606040" cy="1417320"/>
          </a:xfrm>
          <a:prstGeom prst="rect">
            <a:avLst/>
          </a:prstGeom>
          <a:solidFill>
            <a:srgbClr val="1580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71616" y="12801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63056" y="206654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chantier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2606040" cy="1417320"/>
          </a:xfrm>
          <a:prstGeom prst="rect">
            <a:avLst/>
          </a:prstGeom>
          <a:solidFill>
            <a:srgbClr val="6D28D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8803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48640" y="366674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Conformite legale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temps de travail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64408" y="2788920"/>
            <a:ext cx="2606040" cy="1417320"/>
          </a:xfrm>
          <a:prstGeom prst="rect">
            <a:avLst/>
          </a:prstGeom>
          <a:solidFill>
            <a:srgbClr val="0369A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64408" y="28803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5min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3355848" y="366674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pointer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valider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71616" y="2788920"/>
            <a:ext cx="2606040" cy="1417320"/>
          </a:xfrm>
          <a:prstGeom prst="rect">
            <a:avLst/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71616" y="28803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clic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163056" y="366674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paie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 pour le RH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Securite &amp; Confidentialite de vos donnees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2743200" cy="6400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3657600" cy="3657600"/>
          </a:xfrm>
          <a:prstGeom prst="ellipse">
            <a:avLst/>
          </a:prstGeom>
          <a:solidFill>
            <a:srgbClr val="1B3A5C">
              <a:alpha val="10000"/>
            </a:srgbClr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965960"/>
            <a:ext cx="2194560" cy="2194560"/>
          </a:xfrm>
          <a:prstGeom prst="ellipse">
            <a:avLst/>
          </a:prstGeom>
          <a:solidFill>
            <a:srgbClr val="2E86AB">
              <a:alpha val="2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2514600"/>
            <a:ext cx="1097280" cy="109728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788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" y="18288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17520" y="17373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" y="38404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0" y="3840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42062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188720"/>
            <a:ext cx="64008" cy="8412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280160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isolees par entreprise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36592" y="1682496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entreprise dispose d'un espace completement separe. Aucune fuite possible entre clients.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0" y="2148840"/>
            <a:ext cx="42062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2148840"/>
            <a:ext cx="64008" cy="8412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240280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niveaux de droits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36592" y="2642616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Admin, Admin entreprise, RH, Manager, Employe : chacun accede uniquement a ses donnees.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0" y="3108960"/>
            <a:ext cx="42062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3108960"/>
            <a:ext cx="64008" cy="8412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3200400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legal complet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36592" y="3602736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action est enregistree avec horodatage, IP et utilisateur. Conformite aux exigences legales.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0" y="4069080"/>
            <a:ext cx="42062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4069080"/>
            <a:ext cx="64008" cy="8412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4160520"/>
            <a:ext cx="3950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securisee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736592" y="4562856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Redis, stockage S3 avec sauvegardes automatiques. Haute disponibilite garantie.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Demarrez en 3 etapes simples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2011680" cy="640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2724912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371600"/>
            <a:ext cx="713232" cy="71323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408176"/>
            <a:ext cx="713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de votre compte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788920"/>
            <a:ext cx="146304" cy="14630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74320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de votre espace entreprise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218688"/>
            <a:ext cx="146304" cy="14630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317296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de vos chantiers et equipes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648456"/>
            <a:ext cx="146304" cy="14630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60273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des types de conges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078224"/>
            <a:ext cx="146304" cy="14630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03250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Parametrage des roles et droits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462272"/>
            <a:ext cx="2724912" cy="457200"/>
          </a:xfrm>
          <a:prstGeom prst="rect">
            <a:avLst/>
          </a:prstGeom>
          <a:solidFill>
            <a:srgbClr val="2E86AB">
              <a:alpha val="8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480560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moins d'une journee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1170432"/>
            <a:ext cx="2724912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51960" y="1371600"/>
            <a:ext cx="713232" cy="713232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1408176"/>
            <a:ext cx="713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38328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&amp; prise en main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447288" y="2788920"/>
            <a:ext cx="146304" cy="146304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48456" y="274320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equipe RH &amp; managers (2h)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47288" y="3218688"/>
            <a:ext cx="146304" cy="146304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48456" y="317296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Tutoriels video pour les employes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47288" y="3648456"/>
            <a:ext cx="146304" cy="146304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48456" y="360273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intuitive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47288" y="4078224"/>
            <a:ext cx="146304" cy="146304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48456" y="403250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dedie pendant 30 jours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46120" y="4462272"/>
            <a:ext cx="2724912" cy="457200"/>
          </a:xfrm>
          <a:prstGeom prst="rect">
            <a:avLst/>
          </a:prstGeom>
          <a:solidFill>
            <a:srgbClr val="F18F01">
              <a:alpha val="85000"/>
            </a:srgbClr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4480560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session de formation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1170432"/>
            <a:ext cx="2724912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32320" y="1371600"/>
            <a:ext cx="713232" cy="7132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0" y="1408176"/>
            <a:ext cx="713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26364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&amp; suivi continu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327648" y="2788920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28816" y="274320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du pointage GPS chantiers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27648" y="3218688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28816" y="317296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en temps reel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27648" y="3648456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28816" y="360273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Premiers rapports disponibles J+1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27648" y="4078224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28816" y="403250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 continu inclus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26480" y="4462272"/>
            <a:ext cx="2724912" cy="457200"/>
          </a:xfrm>
          <a:prstGeom prst="rect">
            <a:avLst/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4480560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Operationnel des le lendemain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127248" y="2468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6007608" y="2468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choisir Pointage360 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2011680" cy="6400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43000"/>
          <a:ext cx="8503920" cy="3767328"/>
        </p:xfrm>
        <a:graphic>
          <a:graphicData uri="http://schemas.openxmlformats.org/drawingml/2006/table">
            <a:tbl>
              <a:tblPr/>
              <a:tblGrid>
                <a:gridCol w="2926080"/>
                <a:gridCol w="1737360"/>
                <a:gridCol w="2103120"/>
                <a:gridCol w="2103120"/>
              </a:tblGrid>
              <a:tr h="418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Fonctionnalite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/ Papier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Logiciel RH generique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Pointage360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18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Pointage GPS chantier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- natif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18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Geofencing &amp; alertes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18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Multi-chantiers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- illimite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18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approbation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- complet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18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paie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- 1 clic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18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Conges &amp; soldes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- temps reel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18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 legal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- complet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18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Mise en place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3-6 mois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semaine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200400" cy="3200400"/>
          </a:xfrm>
          <a:prstGeom prst="ellipse">
            <a:avLst/>
          </a:prstGeom>
          <a:solidFill>
            <a:srgbClr val="2E86AB">
              <a:alpha val="3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Prets a digitaliser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chantiers 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200400" cy="82296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42032"/>
            <a:ext cx="7863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Demandez votre demonstration gratuite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voyez Pointage360 en action sur vos chantiers.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547872"/>
            <a:ext cx="3200400" cy="749808"/>
          </a:xfrm>
          <a:prstGeom prst="rect">
            <a:avLst/>
          </a:prstGeom>
          <a:solidFill>
            <a:srgbClr val="F18F0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54787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une demo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60520" y="3547872"/>
            <a:ext cx="3200400" cy="749808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60520" y="354787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Contactez-nous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futura.expert@gmail.com  |  www.pointage360.fr  |  Futura Expertise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Pointage360 - Presentation Commerciale BTP</dc:title>
  <dc:subject>PptxGenJS Presentation</dc:subject>
  <dc:creator>Futura Expertise</dc:creator>
  <cp:lastModifiedBy>Futura Expertise</cp:lastModifiedBy>
  <cp:revision>1</cp:revision>
  <dcterms:created xsi:type="dcterms:W3CDTF">2026-05-28T17:47:36Z</dcterms:created>
  <dcterms:modified xsi:type="dcterms:W3CDTF">2026-05-28T17:47:36Z</dcterms:modified>
</cp:coreProperties>
</file>